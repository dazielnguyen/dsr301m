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8288000" cy="10287000"/>
  <p:notesSz cx="6858000" cy="9144000"/>
  <p:embeddedFontLst>
    <p:embeddedFont>
      <p:font typeface="Calibri" panose="020F0502020204030204" pitchFamily="34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 autoAdjust="0"/>
    <p:restoredTop sz="94626" autoAdjust="0"/>
  </p:normalViewPr>
  <p:slideViewPr>
    <p:cSldViewPr>
      <p:cViewPr varScale="1">
        <p:scale>
          <a:sx n="80" d="100"/>
          <a:sy n="80" d="100"/>
        </p:scale>
        <p:origin x="82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2D060330-C889-8D25-A362-F9F89A9164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74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398927BA-9C46-FCB2-EC38-EF43E78D33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A9C6538E-08B1-E8C1-16EB-4044FF85F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A623DFC9-B6BC-436C-E154-1061FA0EB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0C2B4A41-0123-C2C4-5696-F556B16AC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4991C442-241F-19D2-EC0D-ECEAD7E729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18524588-34E6-3FD8-B1D1-14FE52E3AC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E420B161-E3EB-85A2-5745-B10CCB517E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AEE50498-0B44-965E-608A-0740E3887F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50A8050D-B1AC-CDD6-B97A-9B43EB5ABE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FE58ED84-5EFE-FE4D-DBA0-18A197EA4A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86B343C-54E7-892E-D0CE-B79957DC9A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DF506205-CF2E-6E25-5EFB-F7EE2C842E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7536026C-EC8A-9048-594E-D149F795F2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E7920AB9-8B17-113F-09F2-248E9A6F4E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6642F604-8E74-34EF-24C1-BAB5FF8225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235B7915-DB8A-CAF8-F47D-AE59D03B68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68317E8-29EA-3DB5-9D13-081E66B6DE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FBB0ABB3-12A2-D772-9DD1-9151390898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0330D18F-768A-D4D9-8196-39DF6B0FB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3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2A05008C-F5E5-2A46-AE56-35C37E0A0E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503ADC13-E7D4-5FBC-2E89-6E667A64B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A477E0B-CB10-53CD-A3CF-22AE353016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128F2D8-4908-95E1-C024-01B231EC42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2342"/>
            <a:ext cx="18309941" cy="1029934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3C188830-38E4-2929-4333-8B0A0CA85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Macintosh PowerPoint</Application>
  <PresentationFormat>Custom</PresentationFormat>
  <Paragraphs>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3 - Group 3</dc:title>
  <cp:lastModifiedBy>DUY NGUYEN VAN ANH</cp:lastModifiedBy>
  <cp:revision>2</cp:revision>
  <dcterms:created xsi:type="dcterms:W3CDTF">2006-08-16T00:00:00Z</dcterms:created>
  <dcterms:modified xsi:type="dcterms:W3CDTF">2025-07-18T16:18:20Z</dcterms:modified>
  <dc:identifier>DAGnqv46_DA</dc:identifier>
</cp:coreProperties>
</file>